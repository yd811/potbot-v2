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🪴 PotBot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4F19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Collective Trading Vaults on Solana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EB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Solana Frontier 2026  ·  @YD811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Group trading is broken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3474720"/>
          </a:xfrm>
          <a:prstGeom prst="rect">
            <a:avLst/>
          </a:prstGeom>
          <a:solidFill>
            <a:srgbClr val="16161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463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💸 No shared rails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21945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EB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on-chain primitive for collective vaults. Friends trust each other's wallets — until they don't.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188720"/>
            <a:ext cx="2560320" cy="3474720"/>
          </a:xfrm>
          <a:prstGeom prst="rect">
            <a:avLst/>
          </a:prstGeom>
          <a:solidFill>
            <a:srgbClr val="16161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0" y="1463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🗳️ No coordination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74720" y="2011680"/>
            <a:ext cx="21945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EB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Who approves the trade? Discord DMs, missed messages, someone rage-selling the group bag.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188720"/>
            <a:ext cx="2560320" cy="3474720"/>
          </a:xfrm>
          <a:prstGeom prst="rect">
            <a:avLst/>
          </a:prstGeom>
          <a:solidFill>
            <a:srgbClr val="16161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09360" y="1463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🐢 No accountability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09360" y="2011680"/>
            <a:ext cx="21945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EB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history, no record, no on-chain proof of who voted for what.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POT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F19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programmable collective vault with built-in governance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vault. One crew. One on-chain identity.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754880" y="182880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⚙️ Shared vault — pool SOL &amp; tokens, issue shares proportionally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0" y="269748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🗳️ Governance — every action requires member approval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356616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🪴 Tamagotchi — your POT grows an on-chain creature that levels up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How a POT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743200" cy="3200400"/>
          </a:xfrm>
          <a:prstGeom prst="rect">
            <a:avLst/>
          </a:prstGeom>
          <a:solidFill>
            <a:srgbClr val="16161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280160"/>
            <a:ext cx="73152" cy="3200400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945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4360" y="2194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Create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274320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EB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Deploy a PDA vault. Set governance level L0-L4. Invite your crew.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280160"/>
            <a:ext cx="2743200" cy="3200400"/>
          </a:xfrm>
          <a:prstGeom prst="rect">
            <a:avLst/>
          </a:prstGeom>
          <a:solidFill>
            <a:srgbClr val="16161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280160"/>
            <a:ext cx="73152" cy="3200400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945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520440" y="2194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Pool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20440" y="274320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EB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Members deposit SOL/tokens. Get shares. All on-chain, non-custodial.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1280160"/>
            <a:ext cx="2743200" cy="3200400"/>
          </a:xfrm>
          <a:prstGeom prst="rect">
            <a:avLst/>
          </a:prstGeom>
          <a:solidFill>
            <a:srgbClr val="16161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1280160"/>
            <a:ext cx="73152" cy="3200400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945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46520" y="2194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Trade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46520" y="274320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EB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Anyone proposes a swap. Members vote. Jupiter executes if approved.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Governance you actually configure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EB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Your degeneracy level, your rules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8229600" cy="594360"/>
          </a:xfrm>
          <a:prstGeom prst="rect">
            <a:avLst/>
          </a:prstGeom>
          <a:solidFill>
            <a:srgbClr val="16161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64592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45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45920" y="16459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Autocracy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0" y="16459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EB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Authority decides instantly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313432"/>
            <a:ext cx="8229600" cy="594360"/>
          </a:xfrm>
          <a:prstGeom prst="rect">
            <a:avLst/>
          </a:prstGeom>
          <a:solidFill>
            <a:srgbClr val="16161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35915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45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45920" y="235915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Majority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0" y="235915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EB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&gt;50% votes required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026664"/>
            <a:ext cx="8229600" cy="594360"/>
          </a:xfrm>
          <a:prstGeom prst="rect">
            <a:avLst/>
          </a:prstGeom>
          <a:solidFill>
            <a:srgbClr val="16161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072384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45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45920" y="307238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Supermajority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0" y="307238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EB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66%+ required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739896"/>
            <a:ext cx="8229600" cy="594360"/>
          </a:xfrm>
          <a:prstGeom prst="rect">
            <a:avLst/>
          </a:prstGeom>
          <a:solidFill>
            <a:srgbClr val="16161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785616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45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45920" y="3785616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Weighted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0" y="378561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EB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Vote weight = share size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453128"/>
            <a:ext cx="8229600" cy="594360"/>
          </a:xfrm>
          <a:prstGeom prst="rect">
            <a:avLst/>
          </a:prstGeom>
          <a:solidFill>
            <a:srgbClr val="16161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4453128"/>
            <a:ext cx="73152" cy="594360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498848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45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45920" y="449884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Consensus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114800" y="449884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EB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100% agreement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Distribution: where your users already are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840480" cy="914400"/>
          </a:xfrm>
          <a:prstGeom prst="rect">
            <a:avLst/>
          </a:prstGeom>
          <a:solidFill>
            <a:srgbClr val="16161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371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F19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/start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EB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Links Solana wallet via deep-link. Zero custody.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3840480" cy="914400"/>
          </a:xfrm>
          <a:prstGeom prst="rect">
            <a:avLst/>
          </a:prstGeom>
          <a:solidFill>
            <a:srgbClr val="16161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423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F19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/pot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EB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Fetches your vaults live from devnet RPC.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3840480" cy="914400"/>
          </a:xfrm>
          <a:prstGeom prst="rect">
            <a:avLst/>
          </a:prstGeom>
          <a:solidFill>
            <a:srgbClr val="16161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474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F19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/swap 10 SOL JUP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7947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EB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Validates, previews Jupiter route, creates governance proposal.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182880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4F19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2.9B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4846320" y="26060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monthly active Telegram users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Shipped in 2 weeks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743200" cy="1645920"/>
          </a:xfrm>
          <a:prstGeom prst="rect">
            <a:avLst/>
          </a:prstGeom>
          <a:solidFill>
            <a:srgbClr val="16161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3258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F19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⚓ Anchor Programs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EB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pot_vault + duel programs, PDAs, governance, CPI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29000" y="1188720"/>
            <a:ext cx="2743200" cy="1645920"/>
          </a:xfrm>
          <a:prstGeom prst="rect">
            <a:avLst/>
          </a:prstGeom>
          <a:solidFill>
            <a:srgbClr val="16161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566160" y="13258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F19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🌐 Next.js Frontend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66160" y="17830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EB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Dashboard, POT detail page, 3-step creation wizard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0" y="1188720"/>
            <a:ext cx="2743200" cy="1645920"/>
          </a:xfrm>
          <a:prstGeom prst="rect">
            <a:avLst/>
          </a:prstGeom>
          <a:solidFill>
            <a:srgbClr val="16161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13258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F19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🤖 Telegram Bot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37960" y="17830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EB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Wallet linking, real RPC queries, swap proposals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2743200" cy="1645920"/>
          </a:xfrm>
          <a:prstGeom prst="rect">
            <a:avLst/>
          </a:prstGeom>
          <a:solidFill>
            <a:srgbClr val="16161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31546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F19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🔁 Jupiter v6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36118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EB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Swap CPI integration ready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29000" y="3017520"/>
            <a:ext cx="2743200" cy="1645920"/>
          </a:xfrm>
          <a:prstGeom prst="rect">
            <a:avLst/>
          </a:prstGeom>
          <a:solidFill>
            <a:srgbClr val="16161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566160" y="31546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F19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📊 TanStack Query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66160" y="36118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EB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Live on-chain data with mock fallback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3017520"/>
            <a:ext cx="2743200" cy="1645920"/>
          </a:xfrm>
          <a:prstGeom prst="rect">
            <a:avLst/>
          </a:prstGeom>
          <a:solidFill>
            <a:srgbClr val="16161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37960" y="31546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F19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🏗️ Turborepo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37960" y="36118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EB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5-package monorepo: program, sdk, web, bot, ui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market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F19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$2.1T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total crypto trading volume in 2024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91840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F19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85M+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291840" y="219456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DeFi active wallets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26480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F19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40M+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126480" y="219456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Telegram crypto users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EB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Group trading (friends, guilds, DAOs) has no dedicated infrastructure on Solana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We're asking for $10K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F19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Kickstart — equity-free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2560320" cy="2377440"/>
          </a:xfrm>
          <a:prstGeom prst="rect">
            <a:avLst/>
          </a:prstGeom>
          <a:solidFill>
            <a:srgbClr val="16161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2057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🚀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2468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Deploy to devnet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30175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EB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$2K — RPC costs, infra, testing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920240"/>
            <a:ext cx="2560320" cy="2377440"/>
          </a:xfrm>
          <a:prstGeom prst="rect">
            <a:avLst/>
          </a:prstGeom>
          <a:solidFill>
            <a:srgbClr val="16161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2057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🎨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429000" y="2468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Polish the product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30175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EB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$5K — UX, Tamagotchi animations, SNS integration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920240"/>
            <a:ext cx="2560320" cy="2377440"/>
          </a:xfrm>
          <a:prstGeom prst="rect">
            <a:avLst/>
          </a:prstGeom>
          <a:solidFill>
            <a:srgbClr val="16161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3640" y="2057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📣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263640" y="2468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Grow the community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30175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EB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$3K — community events, builder partnerships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EB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github.com/YD811/potbot-v2  ·  @YD811 on X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2026-04-11T09:30:24Z</dcterms:created>
  <dcterms:modified xsi:type="dcterms:W3CDTF">2026-04-11T09:30:24Z</dcterms:modified>
</cp:coreProperties>
</file>